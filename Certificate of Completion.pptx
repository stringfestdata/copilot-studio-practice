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sldIdLst>
    <p:sldId id="257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5220" autoAdjust="0"/>
  </p:normalViewPr>
  <p:slideViewPr>
    <p:cSldViewPr snapToGrid="0">
      <p:cViewPr varScale="1">
        <p:scale>
          <a:sx n="61" d="100"/>
          <a:sy n="61" d="100"/>
        </p:scale>
        <p:origin x="163" y="3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udent Excellence 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aphic 38">
            <a:extLst>
              <a:ext uri="{FF2B5EF4-FFF2-40B4-BE49-F238E27FC236}">
                <a16:creationId xmlns:a16="http://schemas.microsoft.com/office/drawing/2014/main" id="{8E2963F8-0BE6-44A1-8E9B-ED6033B8A65E}"/>
              </a:ext>
            </a:extLst>
          </p:cNvPr>
          <p:cNvGrpSpPr/>
          <p:nvPr/>
        </p:nvGrpSpPr>
        <p:grpSpPr>
          <a:xfrm>
            <a:off x="-2441" y="0"/>
            <a:ext cx="3261945" cy="7776626"/>
            <a:chOff x="-5023" y="-17948"/>
            <a:chExt cx="3261945" cy="7794574"/>
          </a:xfrm>
        </p:grpSpPr>
        <p:grpSp>
          <p:nvGrpSpPr>
            <p:cNvPr id="41" name="Graphic 38">
              <a:extLst>
                <a:ext uri="{FF2B5EF4-FFF2-40B4-BE49-F238E27FC236}">
                  <a16:creationId xmlns:a16="http://schemas.microsoft.com/office/drawing/2014/main" id="{8E2963F8-0BE6-44A1-8E9B-ED6033B8A65E}"/>
                </a:ext>
              </a:extLst>
            </p:cNvPr>
            <p:cNvGrpSpPr/>
            <p:nvPr/>
          </p:nvGrpSpPr>
          <p:grpSpPr>
            <a:xfrm>
              <a:off x="1699738" y="1990616"/>
              <a:ext cx="1557184" cy="1779694"/>
              <a:chOff x="1699738" y="1990616"/>
              <a:chExt cx="1557184" cy="1779694"/>
            </a:xfrm>
            <a:solidFill>
              <a:srgbClr val="F08828"/>
            </a:solidFill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058363-1AC3-4354-91D8-B5DB2EE6B6A0}"/>
                  </a:ext>
                </a:extLst>
              </p:cNvPr>
              <p:cNvSpPr/>
              <p:nvPr/>
            </p:nvSpPr>
            <p:spPr>
              <a:xfrm>
                <a:off x="1699738" y="1990616"/>
                <a:ext cx="1557184" cy="318052"/>
              </a:xfrm>
              <a:custGeom>
                <a:avLst/>
                <a:gdLst>
                  <a:gd name="connsiteX0" fmla="*/ 0 w 1557184"/>
                  <a:gd name="connsiteY0" fmla="*/ 0 h 318052"/>
                  <a:gd name="connsiteX1" fmla="*/ 1557185 w 1557184"/>
                  <a:gd name="connsiteY1" fmla="*/ 0 h 318052"/>
                  <a:gd name="connsiteX2" fmla="*/ 1557185 w 1557184"/>
                  <a:gd name="connsiteY2" fmla="*/ 318053 h 318052"/>
                  <a:gd name="connsiteX3" fmla="*/ 0 w 1557184"/>
                  <a:gd name="connsiteY3" fmla="*/ 318053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7184" h="318052">
                    <a:moveTo>
                      <a:pt x="0" y="0"/>
                    </a:moveTo>
                    <a:lnTo>
                      <a:pt x="1557185" y="0"/>
                    </a:lnTo>
                    <a:lnTo>
                      <a:pt x="1557185" y="318053"/>
                    </a:lnTo>
                    <a:lnTo>
                      <a:pt x="0" y="318053"/>
                    </a:lnTo>
                    <a:close/>
                  </a:path>
                </a:pathLst>
              </a:custGeom>
              <a:solidFill>
                <a:schemeClr val="accent5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E0FD8BE-903B-47C7-8CA1-F813F4BF5616}"/>
                  </a:ext>
                </a:extLst>
              </p:cNvPr>
              <p:cNvSpPr/>
              <p:nvPr/>
            </p:nvSpPr>
            <p:spPr>
              <a:xfrm>
                <a:off x="1699738" y="2477873"/>
                <a:ext cx="1557184" cy="318052"/>
              </a:xfrm>
              <a:custGeom>
                <a:avLst/>
                <a:gdLst>
                  <a:gd name="connsiteX0" fmla="*/ 0 w 1557184"/>
                  <a:gd name="connsiteY0" fmla="*/ 0 h 318052"/>
                  <a:gd name="connsiteX1" fmla="*/ 1557185 w 1557184"/>
                  <a:gd name="connsiteY1" fmla="*/ 0 h 318052"/>
                  <a:gd name="connsiteX2" fmla="*/ 1557185 w 1557184"/>
                  <a:gd name="connsiteY2" fmla="*/ 318052 h 318052"/>
                  <a:gd name="connsiteX3" fmla="*/ 0 w 1557184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7184" h="318052">
                    <a:moveTo>
                      <a:pt x="0" y="0"/>
                    </a:moveTo>
                    <a:lnTo>
                      <a:pt x="1557185" y="0"/>
                    </a:lnTo>
                    <a:lnTo>
                      <a:pt x="1557185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5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0B7896F-DDFA-4F73-B597-31017E08E6D8}"/>
                  </a:ext>
                </a:extLst>
              </p:cNvPr>
              <p:cNvSpPr/>
              <p:nvPr/>
            </p:nvSpPr>
            <p:spPr>
              <a:xfrm>
                <a:off x="1699738" y="2965002"/>
                <a:ext cx="1557184" cy="318052"/>
              </a:xfrm>
              <a:custGeom>
                <a:avLst/>
                <a:gdLst>
                  <a:gd name="connsiteX0" fmla="*/ 0 w 1557184"/>
                  <a:gd name="connsiteY0" fmla="*/ 0 h 318052"/>
                  <a:gd name="connsiteX1" fmla="*/ 1557185 w 1557184"/>
                  <a:gd name="connsiteY1" fmla="*/ 0 h 318052"/>
                  <a:gd name="connsiteX2" fmla="*/ 1557185 w 1557184"/>
                  <a:gd name="connsiteY2" fmla="*/ 318052 h 318052"/>
                  <a:gd name="connsiteX3" fmla="*/ 0 w 1557184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7184" h="318052">
                    <a:moveTo>
                      <a:pt x="0" y="0"/>
                    </a:moveTo>
                    <a:lnTo>
                      <a:pt x="1557185" y="0"/>
                    </a:lnTo>
                    <a:lnTo>
                      <a:pt x="1557185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5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7AE093C-90F5-4E65-87C3-BC20B6E4815D}"/>
                  </a:ext>
                </a:extLst>
              </p:cNvPr>
              <p:cNvSpPr/>
              <p:nvPr/>
            </p:nvSpPr>
            <p:spPr>
              <a:xfrm>
                <a:off x="1699738" y="3452258"/>
                <a:ext cx="1557184" cy="318052"/>
              </a:xfrm>
              <a:custGeom>
                <a:avLst/>
                <a:gdLst>
                  <a:gd name="connsiteX0" fmla="*/ 0 w 1557184"/>
                  <a:gd name="connsiteY0" fmla="*/ 0 h 318052"/>
                  <a:gd name="connsiteX1" fmla="*/ 1557185 w 1557184"/>
                  <a:gd name="connsiteY1" fmla="*/ 0 h 318052"/>
                  <a:gd name="connsiteX2" fmla="*/ 1557185 w 1557184"/>
                  <a:gd name="connsiteY2" fmla="*/ 318052 h 318052"/>
                  <a:gd name="connsiteX3" fmla="*/ 0 w 1557184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7184" h="318052">
                    <a:moveTo>
                      <a:pt x="0" y="0"/>
                    </a:moveTo>
                    <a:lnTo>
                      <a:pt x="1557185" y="0"/>
                    </a:lnTo>
                    <a:lnTo>
                      <a:pt x="1557185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5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6" name="Graphic 38">
              <a:extLst>
                <a:ext uri="{FF2B5EF4-FFF2-40B4-BE49-F238E27FC236}">
                  <a16:creationId xmlns:a16="http://schemas.microsoft.com/office/drawing/2014/main" id="{8E2963F8-0BE6-44A1-8E9B-ED6033B8A65E}"/>
                </a:ext>
              </a:extLst>
            </p:cNvPr>
            <p:cNvGrpSpPr/>
            <p:nvPr/>
          </p:nvGrpSpPr>
          <p:grpSpPr>
            <a:xfrm>
              <a:off x="-5023" y="1992016"/>
              <a:ext cx="1560110" cy="1785928"/>
              <a:chOff x="-5023" y="1992016"/>
              <a:chExt cx="1560110" cy="1785928"/>
            </a:xfrm>
            <a:solidFill>
              <a:srgbClr val="C7D984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8D36AF5-DD14-48DA-8260-4CC5BBB41E98}"/>
                  </a:ext>
                </a:extLst>
              </p:cNvPr>
              <p:cNvSpPr/>
              <p:nvPr/>
            </p:nvSpPr>
            <p:spPr>
              <a:xfrm>
                <a:off x="-5023" y="1992016"/>
                <a:ext cx="318052" cy="1785928"/>
              </a:xfrm>
              <a:custGeom>
                <a:avLst/>
                <a:gdLst>
                  <a:gd name="connsiteX0" fmla="*/ 0 w 318052"/>
                  <a:gd name="connsiteY0" fmla="*/ 0 h 1785928"/>
                  <a:gd name="connsiteX1" fmla="*/ 318052 w 318052"/>
                  <a:gd name="connsiteY1" fmla="*/ 0 h 1785928"/>
                  <a:gd name="connsiteX2" fmla="*/ 318052 w 318052"/>
                  <a:gd name="connsiteY2" fmla="*/ 1785928 h 1785928"/>
                  <a:gd name="connsiteX3" fmla="*/ 0 w 318052"/>
                  <a:gd name="connsiteY3" fmla="*/ 1785928 h 178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785928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785928"/>
                    </a:lnTo>
                    <a:lnTo>
                      <a:pt x="0" y="1785928"/>
                    </a:lnTo>
                    <a:close/>
                  </a:path>
                </a:pathLst>
              </a:custGeom>
              <a:solidFill>
                <a:schemeClr val="accent3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9E70283-1393-429D-8B75-2916F199DE51}"/>
                  </a:ext>
                </a:extLst>
              </p:cNvPr>
              <p:cNvSpPr/>
              <p:nvPr/>
            </p:nvSpPr>
            <p:spPr>
              <a:xfrm>
                <a:off x="408954" y="1992016"/>
                <a:ext cx="318052" cy="1785928"/>
              </a:xfrm>
              <a:custGeom>
                <a:avLst/>
                <a:gdLst>
                  <a:gd name="connsiteX0" fmla="*/ 0 w 318052"/>
                  <a:gd name="connsiteY0" fmla="*/ 0 h 1785928"/>
                  <a:gd name="connsiteX1" fmla="*/ 318052 w 318052"/>
                  <a:gd name="connsiteY1" fmla="*/ 0 h 1785928"/>
                  <a:gd name="connsiteX2" fmla="*/ 318052 w 318052"/>
                  <a:gd name="connsiteY2" fmla="*/ 1785928 h 1785928"/>
                  <a:gd name="connsiteX3" fmla="*/ 0 w 318052"/>
                  <a:gd name="connsiteY3" fmla="*/ 1785928 h 178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785928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785928"/>
                    </a:lnTo>
                    <a:lnTo>
                      <a:pt x="0" y="1785928"/>
                    </a:lnTo>
                    <a:close/>
                  </a:path>
                </a:pathLst>
              </a:custGeom>
              <a:solidFill>
                <a:schemeClr val="accent3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00FDD82-5A74-480B-94B6-253CE51C10DD}"/>
                  </a:ext>
                </a:extLst>
              </p:cNvPr>
              <p:cNvSpPr/>
              <p:nvPr/>
            </p:nvSpPr>
            <p:spPr>
              <a:xfrm>
                <a:off x="823058" y="1992016"/>
                <a:ext cx="318052" cy="1785928"/>
              </a:xfrm>
              <a:custGeom>
                <a:avLst/>
                <a:gdLst>
                  <a:gd name="connsiteX0" fmla="*/ 0 w 318052"/>
                  <a:gd name="connsiteY0" fmla="*/ 0 h 1785928"/>
                  <a:gd name="connsiteX1" fmla="*/ 318052 w 318052"/>
                  <a:gd name="connsiteY1" fmla="*/ 0 h 1785928"/>
                  <a:gd name="connsiteX2" fmla="*/ 318052 w 318052"/>
                  <a:gd name="connsiteY2" fmla="*/ 1785928 h 1785928"/>
                  <a:gd name="connsiteX3" fmla="*/ 0 w 318052"/>
                  <a:gd name="connsiteY3" fmla="*/ 1785928 h 178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785928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785928"/>
                    </a:lnTo>
                    <a:lnTo>
                      <a:pt x="0" y="1785928"/>
                    </a:lnTo>
                    <a:close/>
                  </a:path>
                </a:pathLst>
              </a:custGeom>
              <a:solidFill>
                <a:schemeClr val="accent3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930B249-C514-49D0-B550-F4163F86F81B}"/>
                  </a:ext>
                </a:extLst>
              </p:cNvPr>
              <p:cNvSpPr/>
              <p:nvPr/>
            </p:nvSpPr>
            <p:spPr>
              <a:xfrm>
                <a:off x="1237035" y="1992016"/>
                <a:ext cx="318052" cy="1785928"/>
              </a:xfrm>
              <a:custGeom>
                <a:avLst/>
                <a:gdLst>
                  <a:gd name="connsiteX0" fmla="*/ 0 w 318052"/>
                  <a:gd name="connsiteY0" fmla="*/ 0 h 1785928"/>
                  <a:gd name="connsiteX1" fmla="*/ 318052 w 318052"/>
                  <a:gd name="connsiteY1" fmla="*/ 0 h 1785928"/>
                  <a:gd name="connsiteX2" fmla="*/ 318052 w 318052"/>
                  <a:gd name="connsiteY2" fmla="*/ 1785928 h 1785928"/>
                  <a:gd name="connsiteX3" fmla="*/ 0 w 318052"/>
                  <a:gd name="connsiteY3" fmla="*/ 1785928 h 178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785928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785928"/>
                    </a:lnTo>
                    <a:lnTo>
                      <a:pt x="0" y="1785928"/>
                    </a:lnTo>
                    <a:close/>
                  </a:path>
                </a:pathLst>
              </a:custGeom>
              <a:solidFill>
                <a:schemeClr val="accent3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1" name="Graphic 38">
              <a:extLst>
                <a:ext uri="{FF2B5EF4-FFF2-40B4-BE49-F238E27FC236}">
                  <a16:creationId xmlns:a16="http://schemas.microsoft.com/office/drawing/2014/main" id="{8E2963F8-0BE6-44A1-8E9B-ED6033B8A65E}"/>
                </a:ext>
              </a:extLst>
            </p:cNvPr>
            <p:cNvGrpSpPr/>
            <p:nvPr/>
          </p:nvGrpSpPr>
          <p:grpSpPr>
            <a:xfrm>
              <a:off x="-5023" y="3980861"/>
              <a:ext cx="1570797" cy="1806919"/>
              <a:chOff x="-5023" y="3980861"/>
              <a:chExt cx="1570797" cy="1806919"/>
            </a:xfrm>
            <a:solidFill>
              <a:srgbClr val="D83350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C1980A6-2C82-49FD-A365-FEE53B0B6A03}"/>
                  </a:ext>
                </a:extLst>
              </p:cNvPr>
              <p:cNvSpPr/>
              <p:nvPr/>
            </p:nvSpPr>
            <p:spPr>
              <a:xfrm>
                <a:off x="-5023" y="3980861"/>
                <a:ext cx="1570797" cy="318052"/>
              </a:xfrm>
              <a:custGeom>
                <a:avLst/>
                <a:gdLst>
                  <a:gd name="connsiteX0" fmla="*/ 0 w 1570797"/>
                  <a:gd name="connsiteY0" fmla="*/ 0 h 318052"/>
                  <a:gd name="connsiteX1" fmla="*/ 1570797 w 1570797"/>
                  <a:gd name="connsiteY1" fmla="*/ 0 h 318052"/>
                  <a:gd name="connsiteX2" fmla="*/ 1570797 w 1570797"/>
                  <a:gd name="connsiteY2" fmla="*/ 318053 h 318052"/>
                  <a:gd name="connsiteX3" fmla="*/ 0 w 1570797"/>
                  <a:gd name="connsiteY3" fmla="*/ 318053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0797" h="318052">
                    <a:moveTo>
                      <a:pt x="0" y="0"/>
                    </a:moveTo>
                    <a:lnTo>
                      <a:pt x="1570797" y="0"/>
                    </a:lnTo>
                    <a:lnTo>
                      <a:pt x="1570797" y="318053"/>
                    </a:lnTo>
                    <a:lnTo>
                      <a:pt x="0" y="318053"/>
                    </a:lnTo>
                    <a:close/>
                  </a:path>
                </a:pathLst>
              </a:custGeom>
              <a:solidFill>
                <a:schemeClr val="accent1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C7786DF-F837-4C5D-8316-5BE1379E6BB1}"/>
                  </a:ext>
                </a:extLst>
              </p:cNvPr>
              <p:cNvSpPr/>
              <p:nvPr/>
            </p:nvSpPr>
            <p:spPr>
              <a:xfrm>
                <a:off x="-5023" y="4477150"/>
                <a:ext cx="1570797" cy="318052"/>
              </a:xfrm>
              <a:custGeom>
                <a:avLst/>
                <a:gdLst>
                  <a:gd name="connsiteX0" fmla="*/ 0 w 1570797"/>
                  <a:gd name="connsiteY0" fmla="*/ 0 h 318052"/>
                  <a:gd name="connsiteX1" fmla="*/ 1570797 w 1570797"/>
                  <a:gd name="connsiteY1" fmla="*/ 0 h 318052"/>
                  <a:gd name="connsiteX2" fmla="*/ 1570797 w 1570797"/>
                  <a:gd name="connsiteY2" fmla="*/ 318052 h 318052"/>
                  <a:gd name="connsiteX3" fmla="*/ 0 w 1570797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0797" h="318052">
                    <a:moveTo>
                      <a:pt x="0" y="0"/>
                    </a:moveTo>
                    <a:lnTo>
                      <a:pt x="1570797" y="0"/>
                    </a:lnTo>
                    <a:lnTo>
                      <a:pt x="1570797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1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895421A-2CA8-4EDF-9C74-5C3BD7880574}"/>
                  </a:ext>
                </a:extLst>
              </p:cNvPr>
              <p:cNvSpPr/>
              <p:nvPr/>
            </p:nvSpPr>
            <p:spPr>
              <a:xfrm>
                <a:off x="-5023" y="4973439"/>
                <a:ext cx="1570797" cy="318052"/>
              </a:xfrm>
              <a:custGeom>
                <a:avLst/>
                <a:gdLst>
                  <a:gd name="connsiteX0" fmla="*/ 0 w 1570797"/>
                  <a:gd name="connsiteY0" fmla="*/ 0 h 318052"/>
                  <a:gd name="connsiteX1" fmla="*/ 1570797 w 1570797"/>
                  <a:gd name="connsiteY1" fmla="*/ 0 h 318052"/>
                  <a:gd name="connsiteX2" fmla="*/ 1570797 w 1570797"/>
                  <a:gd name="connsiteY2" fmla="*/ 318052 h 318052"/>
                  <a:gd name="connsiteX3" fmla="*/ 0 w 1570797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0797" h="318052">
                    <a:moveTo>
                      <a:pt x="0" y="0"/>
                    </a:moveTo>
                    <a:lnTo>
                      <a:pt x="1570797" y="0"/>
                    </a:lnTo>
                    <a:lnTo>
                      <a:pt x="1570797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1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102519EB-DE41-4DB4-BF7E-D2240AAAF713}"/>
                  </a:ext>
                </a:extLst>
              </p:cNvPr>
              <p:cNvSpPr/>
              <p:nvPr/>
            </p:nvSpPr>
            <p:spPr>
              <a:xfrm>
                <a:off x="-5023" y="5469728"/>
                <a:ext cx="1570797" cy="318052"/>
              </a:xfrm>
              <a:custGeom>
                <a:avLst/>
                <a:gdLst>
                  <a:gd name="connsiteX0" fmla="*/ 0 w 1570797"/>
                  <a:gd name="connsiteY0" fmla="*/ 0 h 318052"/>
                  <a:gd name="connsiteX1" fmla="*/ 1570797 w 1570797"/>
                  <a:gd name="connsiteY1" fmla="*/ 0 h 318052"/>
                  <a:gd name="connsiteX2" fmla="*/ 1570797 w 1570797"/>
                  <a:gd name="connsiteY2" fmla="*/ 318053 h 318052"/>
                  <a:gd name="connsiteX3" fmla="*/ 0 w 1570797"/>
                  <a:gd name="connsiteY3" fmla="*/ 318053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0797" h="318052">
                    <a:moveTo>
                      <a:pt x="0" y="0"/>
                    </a:moveTo>
                    <a:lnTo>
                      <a:pt x="1570797" y="0"/>
                    </a:lnTo>
                    <a:lnTo>
                      <a:pt x="1570797" y="318053"/>
                    </a:lnTo>
                    <a:lnTo>
                      <a:pt x="0" y="318053"/>
                    </a:lnTo>
                    <a:close/>
                  </a:path>
                </a:pathLst>
              </a:custGeom>
              <a:solidFill>
                <a:schemeClr val="accent1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6" name="Graphic 38">
              <a:extLst>
                <a:ext uri="{FF2B5EF4-FFF2-40B4-BE49-F238E27FC236}">
                  <a16:creationId xmlns:a16="http://schemas.microsoft.com/office/drawing/2014/main" id="{8E2963F8-0BE6-44A1-8E9B-ED6033B8A65E}"/>
                </a:ext>
              </a:extLst>
            </p:cNvPr>
            <p:cNvGrpSpPr/>
            <p:nvPr/>
          </p:nvGrpSpPr>
          <p:grpSpPr>
            <a:xfrm>
              <a:off x="-5023" y="5990698"/>
              <a:ext cx="1560110" cy="1785928"/>
              <a:chOff x="-5023" y="5990698"/>
              <a:chExt cx="1560110" cy="1785928"/>
            </a:xfrm>
            <a:solidFill>
              <a:srgbClr val="C7D984"/>
            </a:solidFill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7126EE6-7DC0-44F9-AE81-0CEBD59C765F}"/>
                  </a:ext>
                </a:extLst>
              </p:cNvPr>
              <p:cNvSpPr/>
              <p:nvPr/>
            </p:nvSpPr>
            <p:spPr>
              <a:xfrm>
                <a:off x="-5023" y="5990698"/>
                <a:ext cx="318052" cy="1785928"/>
              </a:xfrm>
              <a:custGeom>
                <a:avLst/>
                <a:gdLst>
                  <a:gd name="connsiteX0" fmla="*/ 0 w 318052"/>
                  <a:gd name="connsiteY0" fmla="*/ 0 h 1785928"/>
                  <a:gd name="connsiteX1" fmla="*/ 318052 w 318052"/>
                  <a:gd name="connsiteY1" fmla="*/ 0 h 1785928"/>
                  <a:gd name="connsiteX2" fmla="*/ 318052 w 318052"/>
                  <a:gd name="connsiteY2" fmla="*/ 1785928 h 1785928"/>
                  <a:gd name="connsiteX3" fmla="*/ 0 w 318052"/>
                  <a:gd name="connsiteY3" fmla="*/ 1785928 h 178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785928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785928"/>
                    </a:lnTo>
                    <a:lnTo>
                      <a:pt x="0" y="1785928"/>
                    </a:lnTo>
                    <a:close/>
                  </a:path>
                </a:pathLst>
              </a:custGeom>
              <a:solidFill>
                <a:schemeClr val="accent3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3634B6B-99BD-430D-974B-A8BB587A4C11}"/>
                  </a:ext>
                </a:extLst>
              </p:cNvPr>
              <p:cNvSpPr/>
              <p:nvPr/>
            </p:nvSpPr>
            <p:spPr>
              <a:xfrm>
                <a:off x="408954" y="5990698"/>
                <a:ext cx="318052" cy="1785928"/>
              </a:xfrm>
              <a:custGeom>
                <a:avLst/>
                <a:gdLst>
                  <a:gd name="connsiteX0" fmla="*/ 0 w 318052"/>
                  <a:gd name="connsiteY0" fmla="*/ 0 h 1785928"/>
                  <a:gd name="connsiteX1" fmla="*/ 318052 w 318052"/>
                  <a:gd name="connsiteY1" fmla="*/ 0 h 1785928"/>
                  <a:gd name="connsiteX2" fmla="*/ 318052 w 318052"/>
                  <a:gd name="connsiteY2" fmla="*/ 1785928 h 1785928"/>
                  <a:gd name="connsiteX3" fmla="*/ 0 w 318052"/>
                  <a:gd name="connsiteY3" fmla="*/ 1785928 h 178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785928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785928"/>
                    </a:lnTo>
                    <a:lnTo>
                      <a:pt x="0" y="1785928"/>
                    </a:lnTo>
                    <a:close/>
                  </a:path>
                </a:pathLst>
              </a:custGeom>
              <a:solidFill>
                <a:schemeClr val="accent3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4B8D467-31FB-4672-89AC-873942CD6453}"/>
                  </a:ext>
                </a:extLst>
              </p:cNvPr>
              <p:cNvSpPr/>
              <p:nvPr/>
            </p:nvSpPr>
            <p:spPr>
              <a:xfrm>
                <a:off x="823058" y="5990698"/>
                <a:ext cx="318052" cy="1785928"/>
              </a:xfrm>
              <a:custGeom>
                <a:avLst/>
                <a:gdLst>
                  <a:gd name="connsiteX0" fmla="*/ 0 w 318052"/>
                  <a:gd name="connsiteY0" fmla="*/ 0 h 1785928"/>
                  <a:gd name="connsiteX1" fmla="*/ 318052 w 318052"/>
                  <a:gd name="connsiteY1" fmla="*/ 0 h 1785928"/>
                  <a:gd name="connsiteX2" fmla="*/ 318052 w 318052"/>
                  <a:gd name="connsiteY2" fmla="*/ 1785928 h 1785928"/>
                  <a:gd name="connsiteX3" fmla="*/ 0 w 318052"/>
                  <a:gd name="connsiteY3" fmla="*/ 1785928 h 178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785928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785928"/>
                    </a:lnTo>
                    <a:lnTo>
                      <a:pt x="0" y="1785928"/>
                    </a:lnTo>
                    <a:close/>
                  </a:path>
                </a:pathLst>
              </a:custGeom>
              <a:solidFill>
                <a:schemeClr val="accent3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AD18E42-7552-47C9-A9D1-06EE9A4D207C}"/>
                  </a:ext>
                </a:extLst>
              </p:cNvPr>
              <p:cNvSpPr/>
              <p:nvPr/>
            </p:nvSpPr>
            <p:spPr>
              <a:xfrm>
                <a:off x="1237035" y="5990698"/>
                <a:ext cx="318052" cy="1785928"/>
              </a:xfrm>
              <a:custGeom>
                <a:avLst/>
                <a:gdLst>
                  <a:gd name="connsiteX0" fmla="*/ 0 w 318052"/>
                  <a:gd name="connsiteY0" fmla="*/ 0 h 1785928"/>
                  <a:gd name="connsiteX1" fmla="*/ 318052 w 318052"/>
                  <a:gd name="connsiteY1" fmla="*/ 0 h 1785928"/>
                  <a:gd name="connsiteX2" fmla="*/ 318052 w 318052"/>
                  <a:gd name="connsiteY2" fmla="*/ 1785928 h 1785928"/>
                  <a:gd name="connsiteX3" fmla="*/ 0 w 318052"/>
                  <a:gd name="connsiteY3" fmla="*/ 1785928 h 178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785928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785928"/>
                    </a:lnTo>
                    <a:lnTo>
                      <a:pt x="0" y="1785928"/>
                    </a:lnTo>
                    <a:close/>
                  </a:path>
                </a:pathLst>
              </a:custGeom>
              <a:solidFill>
                <a:schemeClr val="accent3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1" name="Graphic 38">
              <a:extLst>
                <a:ext uri="{FF2B5EF4-FFF2-40B4-BE49-F238E27FC236}">
                  <a16:creationId xmlns:a16="http://schemas.microsoft.com/office/drawing/2014/main" id="{8E2963F8-0BE6-44A1-8E9B-ED6033B8A65E}"/>
                </a:ext>
              </a:extLst>
            </p:cNvPr>
            <p:cNvGrpSpPr/>
            <p:nvPr/>
          </p:nvGrpSpPr>
          <p:grpSpPr>
            <a:xfrm>
              <a:off x="1696812" y="-17948"/>
              <a:ext cx="1560110" cy="1804120"/>
              <a:chOff x="1696812" y="-17948"/>
              <a:chExt cx="1560110" cy="1804120"/>
            </a:xfrm>
            <a:solidFill>
              <a:srgbClr val="45648C"/>
            </a:solidFill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D2D4A7E-12D1-430F-9A79-223598E1DDAC}"/>
                  </a:ext>
                </a:extLst>
              </p:cNvPr>
              <p:cNvSpPr/>
              <p:nvPr/>
            </p:nvSpPr>
            <p:spPr>
              <a:xfrm>
                <a:off x="1696812" y="-17948"/>
                <a:ext cx="318052" cy="1804120"/>
              </a:xfrm>
              <a:custGeom>
                <a:avLst/>
                <a:gdLst>
                  <a:gd name="connsiteX0" fmla="*/ 0 w 318052"/>
                  <a:gd name="connsiteY0" fmla="*/ 0 h 1804120"/>
                  <a:gd name="connsiteX1" fmla="*/ 318053 w 318052"/>
                  <a:gd name="connsiteY1" fmla="*/ 0 h 1804120"/>
                  <a:gd name="connsiteX2" fmla="*/ 318053 w 318052"/>
                  <a:gd name="connsiteY2" fmla="*/ 1804121 h 1804120"/>
                  <a:gd name="connsiteX3" fmla="*/ 0 w 318052"/>
                  <a:gd name="connsiteY3" fmla="*/ 1804121 h 18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804120">
                    <a:moveTo>
                      <a:pt x="0" y="0"/>
                    </a:moveTo>
                    <a:lnTo>
                      <a:pt x="318053" y="0"/>
                    </a:lnTo>
                    <a:lnTo>
                      <a:pt x="318053" y="1804121"/>
                    </a:lnTo>
                    <a:lnTo>
                      <a:pt x="0" y="1804121"/>
                    </a:lnTo>
                    <a:close/>
                  </a:path>
                </a:pathLst>
              </a:custGeom>
              <a:solidFill>
                <a:schemeClr val="accent2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277AFFE-7521-47E5-A9C4-76FEAF701FF1}"/>
                  </a:ext>
                </a:extLst>
              </p:cNvPr>
              <p:cNvSpPr/>
              <p:nvPr/>
            </p:nvSpPr>
            <p:spPr>
              <a:xfrm>
                <a:off x="2110916" y="-17948"/>
                <a:ext cx="318052" cy="1804120"/>
              </a:xfrm>
              <a:custGeom>
                <a:avLst/>
                <a:gdLst>
                  <a:gd name="connsiteX0" fmla="*/ 0 w 318052"/>
                  <a:gd name="connsiteY0" fmla="*/ 0 h 1804120"/>
                  <a:gd name="connsiteX1" fmla="*/ 318053 w 318052"/>
                  <a:gd name="connsiteY1" fmla="*/ 0 h 1804120"/>
                  <a:gd name="connsiteX2" fmla="*/ 318053 w 318052"/>
                  <a:gd name="connsiteY2" fmla="*/ 1804121 h 1804120"/>
                  <a:gd name="connsiteX3" fmla="*/ 0 w 318052"/>
                  <a:gd name="connsiteY3" fmla="*/ 1804121 h 18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804120">
                    <a:moveTo>
                      <a:pt x="0" y="0"/>
                    </a:moveTo>
                    <a:lnTo>
                      <a:pt x="318053" y="0"/>
                    </a:lnTo>
                    <a:lnTo>
                      <a:pt x="318053" y="1804121"/>
                    </a:lnTo>
                    <a:lnTo>
                      <a:pt x="0" y="1804121"/>
                    </a:lnTo>
                    <a:close/>
                  </a:path>
                </a:pathLst>
              </a:custGeom>
              <a:solidFill>
                <a:schemeClr val="accent2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88DC5F09-70B3-4142-B940-01BBF0F00B97}"/>
                  </a:ext>
                </a:extLst>
              </p:cNvPr>
              <p:cNvSpPr/>
              <p:nvPr/>
            </p:nvSpPr>
            <p:spPr>
              <a:xfrm>
                <a:off x="2524893" y="-17948"/>
                <a:ext cx="318052" cy="1804120"/>
              </a:xfrm>
              <a:custGeom>
                <a:avLst/>
                <a:gdLst>
                  <a:gd name="connsiteX0" fmla="*/ 0 w 318052"/>
                  <a:gd name="connsiteY0" fmla="*/ 0 h 1804120"/>
                  <a:gd name="connsiteX1" fmla="*/ 318052 w 318052"/>
                  <a:gd name="connsiteY1" fmla="*/ 0 h 1804120"/>
                  <a:gd name="connsiteX2" fmla="*/ 318052 w 318052"/>
                  <a:gd name="connsiteY2" fmla="*/ 1804121 h 1804120"/>
                  <a:gd name="connsiteX3" fmla="*/ 0 w 318052"/>
                  <a:gd name="connsiteY3" fmla="*/ 1804121 h 18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804120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804121"/>
                    </a:lnTo>
                    <a:lnTo>
                      <a:pt x="0" y="1804121"/>
                    </a:lnTo>
                    <a:close/>
                  </a:path>
                </a:pathLst>
              </a:custGeom>
              <a:solidFill>
                <a:schemeClr val="accent2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7C1B033F-22B6-4E9E-88F6-86D69C0F34E7}"/>
                  </a:ext>
                </a:extLst>
              </p:cNvPr>
              <p:cNvSpPr/>
              <p:nvPr/>
            </p:nvSpPr>
            <p:spPr>
              <a:xfrm>
                <a:off x="2938870" y="-17948"/>
                <a:ext cx="318052" cy="1804120"/>
              </a:xfrm>
              <a:custGeom>
                <a:avLst/>
                <a:gdLst>
                  <a:gd name="connsiteX0" fmla="*/ 0 w 318052"/>
                  <a:gd name="connsiteY0" fmla="*/ 0 h 1804120"/>
                  <a:gd name="connsiteX1" fmla="*/ 318052 w 318052"/>
                  <a:gd name="connsiteY1" fmla="*/ 0 h 1804120"/>
                  <a:gd name="connsiteX2" fmla="*/ 318052 w 318052"/>
                  <a:gd name="connsiteY2" fmla="*/ 1804121 h 1804120"/>
                  <a:gd name="connsiteX3" fmla="*/ 0 w 318052"/>
                  <a:gd name="connsiteY3" fmla="*/ 1804121 h 18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804120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804121"/>
                    </a:lnTo>
                    <a:lnTo>
                      <a:pt x="0" y="1804121"/>
                    </a:lnTo>
                    <a:close/>
                  </a:path>
                </a:pathLst>
              </a:custGeom>
              <a:solidFill>
                <a:schemeClr val="accent2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6" name="Graphic 38">
              <a:extLst>
                <a:ext uri="{FF2B5EF4-FFF2-40B4-BE49-F238E27FC236}">
                  <a16:creationId xmlns:a16="http://schemas.microsoft.com/office/drawing/2014/main" id="{8E2963F8-0BE6-44A1-8E9B-ED6033B8A65E}"/>
                </a:ext>
              </a:extLst>
            </p:cNvPr>
            <p:cNvGrpSpPr/>
            <p:nvPr/>
          </p:nvGrpSpPr>
          <p:grpSpPr>
            <a:xfrm>
              <a:off x="1696812" y="3971065"/>
              <a:ext cx="1560110" cy="1811372"/>
              <a:chOff x="1696812" y="3971065"/>
              <a:chExt cx="1560110" cy="1811372"/>
            </a:xfrm>
            <a:solidFill>
              <a:srgbClr val="45648C"/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04A84E09-5BAC-4AD1-86F1-1D74604BAF6D}"/>
                  </a:ext>
                </a:extLst>
              </p:cNvPr>
              <p:cNvSpPr/>
              <p:nvPr/>
            </p:nvSpPr>
            <p:spPr>
              <a:xfrm>
                <a:off x="1696812" y="3971065"/>
                <a:ext cx="318052" cy="1811372"/>
              </a:xfrm>
              <a:custGeom>
                <a:avLst/>
                <a:gdLst>
                  <a:gd name="connsiteX0" fmla="*/ 0 w 318052"/>
                  <a:gd name="connsiteY0" fmla="*/ 0 h 1811372"/>
                  <a:gd name="connsiteX1" fmla="*/ 318053 w 318052"/>
                  <a:gd name="connsiteY1" fmla="*/ 0 h 1811372"/>
                  <a:gd name="connsiteX2" fmla="*/ 318053 w 318052"/>
                  <a:gd name="connsiteY2" fmla="*/ 1811372 h 1811372"/>
                  <a:gd name="connsiteX3" fmla="*/ 0 w 318052"/>
                  <a:gd name="connsiteY3" fmla="*/ 1811372 h 1811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811372">
                    <a:moveTo>
                      <a:pt x="0" y="0"/>
                    </a:moveTo>
                    <a:lnTo>
                      <a:pt x="318053" y="0"/>
                    </a:lnTo>
                    <a:lnTo>
                      <a:pt x="318053" y="1811372"/>
                    </a:lnTo>
                    <a:lnTo>
                      <a:pt x="0" y="1811372"/>
                    </a:lnTo>
                    <a:close/>
                  </a:path>
                </a:pathLst>
              </a:custGeom>
              <a:solidFill>
                <a:schemeClr val="accent2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261BFAE-FFE1-40BB-B6D4-3ED7EADE28DC}"/>
                  </a:ext>
                </a:extLst>
              </p:cNvPr>
              <p:cNvSpPr/>
              <p:nvPr/>
            </p:nvSpPr>
            <p:spPr>
              <a:xfrm>
                <a:off x="2110916" y="3971065"/>
                <a:ext cx="318052" cy="1811372"/>
              </a:xfrm>
              <a:custGeom>
                <a:avLst/>
                <a:gdLst>
                  <a:gd name="connsiteX0" fmla="*/ 0 w 318052"/>
                  <a:gd name="connsiteY0" fmla="*/ 0 h 1811372"/>
                  <a:gd name="connsiteX1" fmla="*/ 318053 w 318052"/>
                  <a:gd name="connsiteY1" fmla="*/ 0 h 1811372"/>
                  <a:gd name="connsiteX2" fmla="*/ 318053 w 318052"/>
                  <a:gd name="connsiteY2" fmla="*/ 1811372 h 1811372"/>
                  <a:gd name="connsiteX3" fmla="*/ 0 w 318052"/>
                  <a:gd name="connsiteY3" fmla="*/ 1811372 h 1811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811372">
                    <a:moveTo>
                      <a:pt x="0" y="0"/>
                    </a:moveTo>
                    <a:lnTo>
                      <a:pt x="318053" y="0"/>
                    </a:lnTo>
                    <a:lnTo>
                      <a:pt x="318053" y="1811372"/>
                    </a:lnTo>
                    <a:lnTo>
                      <a:pt x="0" y="1811372"/>
                    </a:lnTo>
                    <a:close/>
                  </a:path>
                </a:pathLst>
              </a:custGeom>
              <a:solidFill>
                <a:schemeClr val="accent2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03702AE-0202-4BA8-BB53-2D33FA9A6DC8}"/>
                  </a:ext>
                </a:extLst>
              </p:cNvPr>
              <p:cNvSpPr/>
              <p:nvPr/>
            </p:nvSpPr>
            <p:spPr>
              <a:xfrm>
                <a:off x="2524893" y="3971065"/>
                <a:ext cx="318052" cy="1811372"/>
              </a:xfrm>
              <a:custGeom>
                <a:avLst/>
                <a:gdLst>
                  <a:gd name="connsiteX0" fmla="*/ 0 w 318052"/>
                  <a:gd name="connsiteY0" fmla="*/ 0 h 1811372"/>
                  <a:gd name="connsiteX1" fmla="*/ 318052 w 318052"/>
                  <a:gd name="connsiteY1" fmla="*/ 0 h 1811372"/>
                  <a:gd name="connsiteX2" fmla="*/ 318052 w 318052"/>
                  <a:gd name="connsiteY2" fmla="*/ 1811372 h 1811372"/>
                  <a:gd name="connsiteX3" fmla="*/ 0 w 318052"/>
                  <a:gd name="connsiteY3" fmla="*/ 1811372 h 1811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811372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811372"/>
                    </a:lnTo>
                    <a:lnTo>
                      <a:pt x="0" y="1811372"/>
                    </a:lnTo>
                    <a:close/>
                  </a:path>
                </a:pathLst>
              </a:custGeom>
              <a:solidFill>
                <a:schemeClr val="accent2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EB896AC-2357-49A0-A2E4-C1E4E55118E4}"/>
                  </a:ext>
                </a:extLst>
              </p:cNvPr>
              <p:cNvSpPr/>
              <p:nvPr/>
            </p:nvSpPr>
            <p:spPr>
              <a:xfrm>
                <a:off x="2938870" y="3971065"/>
                <a:ext cx="318052" cy="1811372"/>
              </a:xfrm>
              <a:custGeom>
                <a:avLst/>
                <a:gdLst>
                  <a:gd name="connsiteX0" fmla="*/ 0 w 318052"/>
                  <a:gd name="connsiteY0" fmla="*/ 0 h 1811372"/>
                  <a:gd name="connsiteX1" fmla="*/ 318052 w 318052"/>
                  <a:gd name="connsiteY1" fmla="*/ 0 h 1811372"/>
                  <a:gd name="connsiteX2" fmla="*/ 318052 w 318052"/>
                  <a:gd name="connsiteY2" fmla="*/ 1811372 h 1811372"/>
                  <a:gd name="connsiteX3" fmla="*/ 0 w 318052"/>
                  <a:gd name="connsiteY3" fmla="*/ 1811372 h 1811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8052" h="1811372">
                    <a:moveTo>
                      <a:pt x="0" y="0"/>
                    </a:moveTo>
                    <a:lnTo>
                      <a:pt x="318052" y="0"/>
                    </a:lnTo>
                    <a:lnTo>
                      <a:pt x="318052" y="1811372"/>
                    </a:lnTo>
                    <a:lnTo>
                      <a:pt x="0" y="1811372"/>
                    </a:lnTo>
                    <a:close/>
                  </a:path>
                </a:pathLst>
              </a:custGeom>
              <a:solidFill>
                <a:schemeClr val="accent2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1" name="Graphic 38">
              <a:extLst>
                <a:ext uri="{FF2B5EF4-FFF2-40B4-BE49-F238E27FC236}">
                  <a16:creationId xmlns:a16="http://schemas.microsoft.com/office/drawing/2014/main" id="{8E2963F8-0BE6-44A1-8E9B-ED6033B8A65E}"/>
                </a:ext>
              </a:extLst>
            </p:cNvPr>
            <p:cNvGrpSpPr/>
            <p:nvPr/>
          </p:nvGrpSpPr>
          <p:grpSpPr>
            <a:xfrm>
              <a:off x="1699738" y="5969707"/>
              <a:ext cx="1557184" cy="1806919"/>
              <a:chOff x="1699738" y="5969707"/>
              <a:chExt cx="1557184" cy="1806919"/>
            </a:xfrm>
            <a:solidFill>
              <a:srgbClr val="F08828"/>
            </a:solidFill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86EAC05-6018-401A-93BC-624BBC245922}"/>
                  </a:ext>
                </a:extLst>
              </p:cNvPr>
              <p:cNvSpPr/>
              <p:nvPr/>
            </p:nvSpPr>
            <p:spPr>
              <a:xfrm>
                <a:off x="1699738" y="5969707"/>
                <a:ext cx="1557184" cy="318052"/>
              </a:xfrm>
              <a:custGeom>
                <a:avLst/>
                <a:gdLst>
                  <a:gd name="connsiteX0" fmla="*/ 0 w 1557184"/>
                  <a:gd name="connsiteY0" fmla="*/ 0 h 318052"/>
                  <a:gd name="connsiteX1" fmla="*/ 1557185 w 1557184"/>
                  <a:gd name="connsiteY1" fmla="*/ 0 h 318052"/>
                  <a:gd name="connsiteX2" fmla="*/ 1557185 w 1557184"/>
                  <a:gd name="connsiteY2" fmla="*/ 318052 h 318052"/>
                  <a:gd name="connsiteX3" fmla="*/ 0 w 1557184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7184" h="318052">
                    <a:moveTo>
                      <a:pt x="0" y="0"/>
                    </a:moveTo>
                    <a:lnTo>
                      <a:pt x="1557185" y="0"/>
                    </a:lnTo>
                    <a:lnTo>
                      <a:pt x="1557185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5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F63B0CA-E463-43C4-AF0F-68F1C6CAE706}"/>
                  </a:ext>
                </a:extLst>
              </p:cNvPr>
              <p:cNvSpPr/>
              <p:nvPr/>
            </p:nvSpPr>
            <p:spPr>
              <a:xfrm>
                <a:off x="1699738" y="6465996"/>
                <a:ext cx="1557184" cy="318052"/>
              </a:xfrm>
              <a:custGeom>
                <a:avLst/>
                <a:gdLst>
                  <a:gd name="connsiteX0" fmla="*/ 0 w 1557184"/>
                  <a:gd name="connsiteY0" fmla="*/ 0 h 318052"/>
                  <a:gd name="connsiteX1" fmla="*/ 1557185 w 1557184"/>
                  <a:gd name="connsiteY1" fmla="*/ 0 h 318052"/>
                  <a:gd name="connsiteX2" fmla="*/ 1557185 w 1557184"/>
                  <a:gd name="connsiteY2" fmla="*/ 318053 h 318052"/>
                  <a:gd name="connsiteX3" fmla="*/ 0 w 1557184"/>
                  <a:gd name="connsiteY3" fmla="*/ 318053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7184" h="318052">
                    <a:moveTo>
                      <a:pt x="0" y="0"/>
                    </a:moveTo>
                    <a:lnTo>
                      <a:pt x="1557185" y="0"/>
                    </a:lnTo>
                    <a:lnTo>
                      <a:pt x="1557185" y="318053"/>
                    </a:lnTo>
                    <a:lnTo>
                      <a:pt x="0" y="318053"/>
                    </a:lnTo>
                    <a:close/>
                  </a:path>
                </a:pathLst>
              </a:custGeom>
              <a:solidFill>
                <a:schemeClr val="accent5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6BE3AF3-7330-45FE-BE8C-0E3CAC033E5E}"/>
                  </a:ext>
                </a:extLst>
              </p:cNvPr>
              <p:cNvSpPr/>
              <p:nvPr/>
            </p:nvSpPr>
            <p:spPr>
              <a:xfrm>
                <a:off x="1699738" y="6962285"/>
                <a:ext cx="1557184" cy="318052"/>
              </a:xfrm>
              <a:custGeom>
                <a:avLst/>
                <a:gdLst>
                  <a:gd name="connsiteX0" fmla="*/ 0 w 1557184"/>
                  <a:gd name="connsiteY0" fmla="*/ 0 h 318052"/>
                  <a:gd name="connsiteX1" fmla="*/ 1557185 w 1557184"/>
                  <a:gd name="connsiteY1" fmla="*/ 0 h 318052"/>
                  <a:gd name="connsiteX2" fmla="*/ 1557185 w 1557184"/>
                  <a:gd name="connsiteY2" fmla="*/ 318052 h 318052"/>
                  <a:gd name="connsiteX3" fmla="*/ 0 w 1557184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7184" h="318052">
                    <a:moveTo>
                      <a:pt x="0" y="0"/>
                    </a:moveTo>
                    <a:lnTo>
                      <a:pt x="1557185" y="0"/>
                    </a:lnTo>
                    <a:lnTo>
                      <a:pt x="1557185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5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CBF007E-4C6F-4758-B4D8-8A190223A954}"/>
                  </a:ext>
                </a:extLst>
              </p:cNvPr>
              <p:cNvSpPr/>
              <p:nvPr/>
            </p:nvSpPr>
            <p:spPr>
              <a:xfrm>
                <a:off x="1699738" y="7458574"/>
                <a:ext cx="1557184" cy="318052"/>
              </a:xfrm>
              <a:custGeom>
                <a:avLst/>
                <a:gdLst>
                  <a:gd name="connsiteX0" fmla="*/ 0 w 1557184"/>
                  <a:gd name="connsiteY0" fmla="*/ 0 h 318052"/>
                  <a:gd name="connsiteX1" fmla="*/ 1557185 w 1557184"/>
                  <a:gd name="connsiteY1" fmla="*/ 0 h 318052"/>
                  <a:gd name="connsiteX2" fmla="*/ 1557185 w 1557184"/>
                  <a:gd name="connsiteY2" fmla="*/ 318052 h 318052"/>
                  <a:gd name="connsiteX3" fmla="*/ 0 w 1557184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7184" h="318052">
                    <a:moveTo>
                      <a:pt x="0" y="0"/>
                    </a:moveTo>
                    <a:lnTo>
                      <a:pt x="1557185" y="0"/>
                    </a:lnTo>
                    <a:lnTo>
                      <a:pt x="1557185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5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6" name="Graphic 38">
              <a:extLst>
                <a:ext uri="{FF2B5EF4-FFF2-40B4-BE49-F238E27FC236}">
                  <a16:creationId xmlns:a16="http://schemas.microsoft.com/office/drawing/2014/main" id="{8E2963F8-0BE6-44A1-8E9B-ED6033B8A65E}"/>
                </a:ext>
              </a:extLst>
            </p:cNvPr>
            <p:cNvGrpSpPr/>
            <p:nvPr/>
          </p:nvGrpSpPr>
          <p:grpSpPr>
            <a:xfrm>
              <a:off x="-5023" y="-17948"/>
              <a:ext cx="1570797" cy="1806919"/>
              <a:chOff x="-5023" y="-17948"/>
              <a:chExt cx="1570797" cy="1806919"/>
            </a:xfrm>
            <a:solidFill>
              <a:srgbClr val="D83350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5161693-ACB4-4BC5-BB46-A53096406CA7}"/>
                  </a:ext>
                </a:extLst>
              </p:cNvPr>
              <p:cNvSpPr/>
              <p:nvPr/>
            </p:nvSpPr>
            <p:spPr>
              <a:xfrm>
                <a:off x="-5023" y="478341"/>
                <a:ext cx="1570797" cy="318052"/>
              </a:xfrm>
              <a:custGeom>
                <a:avLst/>
                <a:gdLst>
                  <a:gd name="connsiteX0" fmla="*/ 0 w 1570797"/>
                  <a:gd name="connsiteY0" fmla="*/ 0 h 318052"/>
                  <a:gd name="connsiteX1" fmla="*/ 1570797 w 1570797"/>
                  <a:gd name="connsiteY1" fmla="*/ 0 h 318052"/>
                  <a:gd name="connsiteX2" fmla="*/ 1570797 w 1570797"/>
                  <a:gd name="connsiteY2" fmla="*/ 318052 h 318052"/>
                  <a:gd name="connsiteX3" fmla="*/ 0 w 1570797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0797" h="318052">
                    <a:moveTo>
                      <a:pt x="0" y="0"/>
                    </a:moveTo>
                    <a:lnTo>
                      <a:pt x="1570797" y="0"/>
                    </a:lnTo>
                    <a:lnTo>
                      <a:pt x="1570797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1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FF8FC85-EEE9-45F2-925F-08F5B7FDA3A1}"/>
                  </a:ext>
                </a:extLst>
              </p:cNvPr>
              <p:cNvSpPr/>
              <p:nvPr/>
            </p:nvSpPr>
            <p:spPr>
              <a:xfrm>
                <a:off x="-5023" y="974630"/>
                <a:ext cx="1570797" cy="318052"/>
              </a:xfrm>
              <a:custGeom>
                <a:avLst/>
                <a:gdLst>
                  <a:gd name="connsiteX0" fmla="*/ 0 w 1570797"/>
                  <a:gd name="connsiteY0" fmla="*/ 0 h 318052"/>
                  <a:gd name="connsiteX1" fmla="*/ 1570797 w 1570797"/>
                  <a:gd name="connsiteY1" fmla="*/ 0 h 318052"/>
                  <a:gd name="connsiteX2" fmla="*/ 1570797 w 1570797"/>
                  <a:gd name="connsiteY2" fmla="*/ 318052 h 318052"/>
                  <a:gd name="connsiteX3" fmla="*/ 0 w 1570797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0797" h="318052">
                    <a:moveTo>
                      <a:pt x="0" y="0"/>
                    </a:moveTo>
                    <a:lnTo>
                      <a:pt x="1570797" y="0"/>
                    </a:lnTo>
                    <a:lnTo>
                      <a:pt x="1570797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1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A9C4270-D1FF-4A99-A052-79400B81EBAD}"/>
                  </a:ext>
                </a:extLst>
              </p:cNvPr>
              <p:cNvSpPr/>
              <p:nvPr/>
            </p:nvSpPr>
            <p:spPr>
              <a:xfrm>
                <a:off x="-5023" y="1470919"/>
                <a:ext cx="1570797" cy="318052"/>
              </a:xfrm>
              <a:custGeom>
                <a:avLst/>
                <a:gdLst>
                  <a:gd name="connsiteX0" fmla="*/ 0 w 1570797"/>
                  <a:gd name="connsiteY0" fmla="*/ 0 h 318052"/>
                  <a:gd name="connsiteX1" fmla="*/ 1570797 w 1570797"/>
                  <a:gd name="connsiteY1" fmla="*/ 0 h 318052"/>
                  <a:gd name="connsiteX2" fmla="*/ 1570797 w 1570797"/>
                  <a:gd name="connsiteY2" fmla="*/ 318052 h 318052"/>
                  <a:gd name="connsiteX3" fmla="*/ 0 w 1570797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0797" h="318052">
                    <a:moveTo>
                      <a:pt x="0" y="0"/>
                    </a:moveTo>
                    <a:lnTo>
                      <a:pt x="1570797" y="0"/>
                    </a:lnTo>
                    <a:lnTo>
                      <a:pt x="1570797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1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B572FAC-1E50-4F16-B0DC-73617CD1369E}"/>
                  </a:ext>
                </a:extLst>
              </p:cNvPr>
              <p:cNvSpPr/>
              <p:nvPr/>
            </p:nvSpPr>
            <p:spPr>
              <a:xfrm>
                <a:off x="-5023" y="-17948"/>
                <a:ext cx="1570797" cy="318052"/>
              </a:xfrm>
              <a:custGeom>
                <a:avLst/>
                <a:gdLst>
                  <a:gd name="connsiteX0" fmla="*/ 0 w 1570797"/>
                  <a:gd name="connsiteY0" fmla="*/ 0 h 318052"/>
                  <a:gd name="connsiteX1" fmla="*/ 1570797 w 1570797"/>
                  <a:gd name="connsiteY1" fmla="*/ 0 h 318052"/>
                  <a:gd name="connsiteX2" fmla="*/ 1570797 w 1570797"/>
                  <a:gd name="connsiteY2" fmla="*/ 318052 h 318052"/>
                  <a:gd name="connsiteX3" fmla="*/ 0 w 1570797"/>
                  <a:gd name="connsiteY3" fmla="*/ 318052 h 31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0797" h="318052">
                    <a:moveTo>
                      <a:pt x="0" y="0"/>
                    </a:moveTo>
                    <a:lnTo>
                      <a:pt x="1570797" y="0"/>
                    </a:lnTo>
                    <a:lnTo>
                      <a:pt x="1570797" y="318052"/>
                    </a:lnTo>
                    <a:lnTo>
                      <a:pt x="0" y="318052"/>
                    </a:lnTo>
                    <a:close/>
                  </a:path>
                </a:pathLst>
              </a:custGeom>
              <a:solidFill>
                <a:schemeClr val="accent1"/>
              </a:solidFill>
              <a:ln w="12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829444F0-DDC0-4EA5-B573-4C207E8B6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45087" y="618156"/>
            <a:ext cx="3204342" cy="5721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F599F5-13C3-4273-9091-C485E3B439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086" y="1931391"/>
            <a:ext cx="5729869" cy="749397"/>
          </a:xfrm>
          <a:prstGeom prst="rect">
            <a:avLst/>
          </a:prstGeom>
        </p:spPr>
        <p:txBody>
          <a:bodyPr lIns="0" anchor="b"/>
          <a:lstStyle>
            <a:lvl1pPr>
              <a:defRPr sz="240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CERTIFICATE OF COMPLETION</a:t>
            </a:r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CBC00A7B-3770-41FA-9E9E-466B8DD8CD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5087" y="618156"/>
            <a:ext cx="3204342" cy="572142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8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POWER ACADEMY</a:t>
            </a:r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4EDD382D-C9D7-4A8D-B57C-5CF1E6EB09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6107" y="2678464"/>
            <a:ext cx="5729868" cy="49412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sz="16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Is hereby granted to</a:t>
            </a:r>
          </a:p>
        </p:txBody>
      </p:sp>
      <p:sp>
        <p:nvSpPr>
          <p:cNvPr id="90" name="Text Placeholder 86">
            <a:extLst>
              <a:ext uri="{FF2B5EF4-FFF2-40B4-BE49-F238E27FC236}">
                <a16:creationId xmlns:a16="http://schemas.microsoft.com/office/drawing/2014/main" id="{445B0505-754C-48FF-BB8A-918BADBA1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106" y="3530419"/>
            <a:ext cx="5728849" cy="164487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60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name here</a:t>
            </a:r>
          </a:p>
        </p:txBody>
      </p:sp>
      <p:sp>
        <p:nvSpPr>
          <p:cNvPr id="91" name="Text Placeholder 88">
            <a:extLst>
              <a:ext uri="{FF2B5EF4-FFF2-40B4-BE49-F238E27FC236}">
                <a16:creationId xmlns:a16="http://schemas.microsoft.com/office/drawing/2014/main" id="{EDD08F34-0509-4EB8-ADE4-D0B26AB990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5087" y="5196165"/>
            <a:ext cx="5729868" cy="49412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sz="16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for the successful completion of {{course name}}</a:t>
            </a:r>
          </a:p>
        </p:txBody>
      </p:sp>
      <p:sp>
        <p:nvSpPr>
          <p:cNvPr id="92" name="Text Placeholder 88">
            <a:extLst>
              <a:ext uri="{FF2B5EF4-FFF2-40B4-BE49-F238E27FC236}">
                <a16:creationId xmlns:a16="http://schemas.microsoft.com/office/drawing/2014/main" id="{A2AA2123-2FD7-4B5C-AE3C-28A843AA92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45035" y="6778223"/>
            <a:ext cx="2560320" cy="4941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INSTRUCTOR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3F18C6-6C7F-4B79-A7CF-2159BD3B37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6531" y="6333173"/>
            <a:ext cx="2592387" cy="3619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spc="100" baseline="0">
                <a:solidFill>
                  <a:schemeClr val="accent2"/>
                </a:solidFill>
              </a:defRPr>
            </a:lvl1pPr>
            <a:lvl2pPr marL="502920" indent="0">
              <a:buNone/>
              <a:defRPr sz="1600"/>
            </a:lvl2pPr>
            <a:lvl3pPr marL="1005840" indent="0">
              <a:buNone/>
              <a:defRPr sz="1400"/>
            </a:lvl3pPr>
            <a:lvl4pPr marL="1508760" indent="0">
              <a:buNone/>
              <a:defRPr sz="1200"/>
            </a:lvl4pPr>
            <a:lvl5pPr marL="2011680" indent="0">
              <a:buNone/>
              <a:defRPr sz="1200"/>
            </a:lvl5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94" name="Text Placeholder 88">
            <a:extLst>
              <a:ext uri="{FF2B5EF4-FFF2-40B4-BE49-F238E27FC236}">
                <a16:creationId xmlns:a16="http://schemas.microsoft.com/office/drawing/2014/main" id="{EE8450A0-B17C-4146-B3B7-3FEDACC733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9732" y="6778223"/>
            <a:ext cx="2560320" cy="4941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COMPLETION DATE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EC7079E-5EAA-470D-8211-17BF3AC88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745087" y="6757203"/>
            <a:ext cx="246888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4014637-439B-4953-84EB-E507CEC22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730024" y="6756652"/>
            <a:ext cx="246888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15CBE9D-48D3-6D21-C802-A33BE06CD9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48502" y="6334562"/>
            <a:ext cx="2592387" cy="3619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spc="100" baseline="0">
                <a:solidFill>
                  <a:schemeClr val="accent2"/>
                </a:solidFill>
              </a:defRPr>
            </a:lvl1pPr>
            <a:lvl2pPr marL="502920" indent="0">
              <a:buNone/>
              <a:defRPr sz="1600"/>
            </a:lvl2pPr>
            <a:lvl3pPr marL="1005840" indent="0">
              <a:buNone/>
              <a:defRPr sz="1400"/>
            </a:lvl3pPr>
            <a:lvl4pPr marL="1508760" indent="0">
              <a:buNone/>
              <a:defRPr sz="1200"/>
            </a:lvl4pPr>
            <a:lvl5pPr marL="2011680" indent="0">
              <a:buNone/>
              <a:defRPr sz="1200"/>
            </a:lvl5pPr>
          </a:lstStyle>
          <a:p>
            <a:pPr lvl="0"/>
            <a:r>
              <a:rPr lang="en-US" dirty="0"/>
              <a:t>Add Instructor</a:t>
            </a:r>
          </a:p>
        </p:txBody>
      </p:sp>
    </p:spTree>
    <p:extLst>
      <p:ext uri="{BB962C8B-B14F-4D97-AF65-F5344CB8AC3E}">
        <p14:creationId xmlns:p14="http://schemas.microsoft.com/office/powerpoint/2010/main" val="254174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69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DAB7C-8734-C2C8-DD7B-A04172FA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B1F3F-3C26-21B4-77DD-26B938239B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7F8F3-0CEB-EA71-87C9-B35B66C2C0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tudent Name">
            <a:extLst>
              <a:ext uri="{FF2B5EF4-FFF2-40B4-BE49-F238E27FC236}">
                <a16:creationId xmlns:a16="http://schemas.microsoft.com/office/drawing/2014/main" id="{09AC5114-7A0A-8CF2-1BE5-28A83D5AB3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urse Name">
            <a:extLst>
              <a:ext uri="{FF2B5EF4-FFF2-40B4-BE49-F238E27FC236}">
                <a16:creationId xmlns:a16="http://schemas.microsoft.com/office/drawing/2014/main" id="{7C0536DD-97E2-2BE8-9872-B2F8921F3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587109-DBC4-666E-77C7-D39275D1B6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mpletion Date">
            <a:extLst>
              <a:ext uri="{FF2B5EF4-FFF2-40B4-BE49-F238E27FC236}">
                <a16:creationId xmlns:a16="http://schemas.microsoft.com/office/drawing/2014/main" id="{BAC8E3D1-61D2-4D19-EB79-6834211BEC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BCA77-7114-4D0D-7A50-C7DA148AE1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Instructor Name">
            <a:extLst>
              <a:ext uri="{FF2B5EF4-FFF2-40B4-BE49-F238E27FC236}">
                <a16:creationId xmlns:a16="http://schemas.microsoft.com/office/drawing/2014/main" id="{DB76D76F-1FF7-3B33-34CB-29FA499227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2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83350"/>
      </a:accent1>
      <a:accent2>
        <a:srgbClr val="45648C"/>
      </a:accent2>
      <a:accent3>
        <a:srgbClr val="C7D984"/>
      </a:accent3>
      <a:accent4>
        <a:srgbClr val="F1C12B"/>
      </a:accent4>
      <a:accent5>
        <a:srgbClr val="F1892B"/>
      </a:accent5>
      <a:accent6>
        <a:srgbClr val="9CBFE5"/>
      </a:accent6>
      <a:hlink>
        <a:srgbClr val="0563C1"/>
      </a:hlink>
      <a:folHlink>
        <a:srgbClr val="954F72"/>
      </a:folHlink>
    </a:clrScheme>
    <a:fontScheme name="Custom 18">
      <a:majorFont>
        <a:latin typeface="Segoe UI 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udent Excellence Certificate_TM03460504_Win32_JC_SL_v3" id="{24B7E5F8-7031-47E9-97E9-F39F3B988CF5}" vid="{18F5D3A9-C44F-454D-98B7-CD9B018DF2A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7a416adda3cf0f491a4f548a2367a54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ef98d826045059a9b3c156985e150db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4DD65-018C-4116-9D45-11CB6CEB83EA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71af3243-3dd4-4a8d-8c0d-dd76da1f02a5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230e9df3-be65-4c73-a93b-d1236ebd677e"/>
    <ds:schemaRef ds:uri="http://schemas.microsoft.com/sharepoint/v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2D6A26C-FFF7-463D-A766-528DA52853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CB2C27-CCD9-4024-9115-E07458EA31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 block student certificate of excellence</Template>
  <TotalTime>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Mount</dc:creator>
  <cp:lastModifiedBy>George Mount</cp:lastModifiedBy>
  <cp:revision>2</cp:revision>
  <dcterms:created xsi:type="dcterms:W3CDTF">2026-02-23T12:59:56Z</dcterms:created>
  <dcterms:modified xsi:type="dcterms:W3CDTF">2026-02-26T20:30:19Z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